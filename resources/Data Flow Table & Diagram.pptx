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43"/>
    <a:srgbClr val="8A0000"/>
    <a:srgbClr val="7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F6930-CE19-48AA-92EB-57B4F3A5265C}" v="23" dt="2026-02-22T22:32:14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y Boehme" userId="503dd64f91170130" providerId="LiveId" clId="{7E648854-5106-46D4-850B-952CD4A11DD6}"/>
    <pc:docChg chg="undo custSel addSld modSld modMainMaster">
      <pc:chgData name="Joey Boehme" userId="503dd64f91170130" providerId="LiveId" clId="{7E648854-5106-46D4-850B-952CD4A11DD6}" dt="2026-02-22T22:34:22.521" v="1833" actId="1076"/>
      <pc:docMkLst>
        <pc:docMk/>
      </pc:docMkLst>
      <pc:sldChg chg="modSp mod">
        <pc:chgData name="Joey Boehme" userId="503dd64f91170130" providerId="LiveId" clId="{7E648854-5106-46D4-850B-952CD4A11DD6}" dt="2026-02-22T22:06:57.700" v="809" actId="27636"/>
        <pc:sldMkLst>
          <pc:docMk/>
          <pc:sldMk cId="1794715882" sldId="256"/>
        </pc:sldMkLst>
        <pc:spChg chg="mod">
          <ac:chgData name="Joey Boehme" userId="503dd64f91170130" providerId="LiveId" clId="{7E648854-5106-46D4-850B-952CD4A11DD6}" dt="2026-02-22T22:06:32.499" v="806" actId="2711"/>
          <ac:spMkLst>
            <pc:docMk/>
            <pc:sldMk cId="1794715882" sldId="256"/>
            <ac:spMk id="2" creationId="{B06B8EFE-1F30-E602-2A9A-797AC5A99F51}"/>
          </ac:spMkLst>
        </pc:spChg>
        <pc:spChg chg="mod">
          <ac:chgData name="Joey Boehme" userId="503dd64f91170130" providerId="LiveId" clId="{7E648854-5106-46D4-850B-952CD4A11DD6}" dt="2026-02-22T22:06:57.700" v="809" actId="27636"/>
          <ac:spMkLst>
            <pc:docMk/>
            <pc:sldMk cId="1794715882" sldId="256"/>
            <ac:spMk id="3" creationId="{D70F45E0-B7DE-3B56-BF95-630B63DEAB10}"/>
          </ac:spMkLst>
        </pc:spChg>
      </pc:sldChg>
      <pc:sldChg chg="addSp modSp mod setBg">
        <pc:chgData name="Joey Boehme" userId="503dd64f91170130" providerId="LiveId" clId="{7E648854-5106-46D4-850B-952CD4A11DD6}" dt="2026-02-22T22:16:56.653" v="1335" actId="1076"/>
        <pc:sldMkLst>
          <pc:docMk/>
          <pc:sldMk cId="3252215264" sldId="257"/>
        </pc:sldMkLst>
        <pc:spChg chg="mod">
          <ac:chgData name="Joey Boehme" userId="503dd64f91170130" providerId="LiveId" clId="{7E648854-5106-46D4-850B-952CD4A11DD6}" dt="2026-02-22T22:16:56.653" v="1335" actId="1076"/>
          <ac:spMkLst>
            <pc:docMk/>
            <pc:sldMk cId="3252215264" sldId="257"/>
            <ac:spMk id="2" creationId="{503BFD09-8F13-70E0-5FDF-3056D7B963CD}"/>
          </ac:spMkLst>
        </pc:spChg>
        <pc:graphicFrameChg chg="add mod modGraphic">
          <ac:chgData name="Joey Boehme" userId="503dd64f91170130" providerId="LiveId" clId="{7E648854-5106-46D4-850B-952CD4A11DD6}" dt="2026-02-22T22:16:04.441" v="1328" actId="1076"/>
          <ac:graphicFrameMkLst>
            <pc:docMk/>
            <pc:sldMk cId="3252215264" sldId="257"/>
            <ac:graphicFrameMk id="3" creationId="{B89C4ED5-A60C-29F9-9C5D-E8F1D09B9BBF}"/>
          </ac:graphicFrameMkLst>
        </pc:graphicFrameChg>
        <pc:graphicFrameChg chg="add mod">
          <ac:chgData name="Joey Boehme" userId="503dd64f91170130" providerId="LiveId" clId="{7E648854-5106-46D4-850B-952CD4A11DD6}" dt="2026-02-22T21:48:48.462" v="27" actId="571"/>
          <ac:graphicFrameMkLst>
            <pc:docMk/>
            <pc:sldMk cId="3252215264" sldId="257"/>
            <ac:graphicFrameMk id="4" creationId="{05F41AA4-ADBD-B2D2-F47E-FFFA2DE1769A}"/>
          </ac:graphicFrameMkLst>
        </pc:graphicFrameChg>
      </pc:sldChg>
      <pc:sldChg chg="addSp delSp modSp add mod">
        <pc:chgData name="Joey Boehme" userId="503dd64f91170130" providerId="LiveId" clId="{7E648854-5106-46D4-850B-952CD4A11DD6}" dt="2026-02-22T22:34:22.521" v="1833" actId="1076"/>
        <pc:sldMkLst>
          <pc:docMk/>
          <pc:sldMk cId="687519542" sldId="258"/>
        </pc:sldMkLst>
        <pc:spChg chg="mod">
          <ac:chgData name="Joey Boehme" userId="503dd64f91170130" providerId="LiveId" clId="{7E648854-5106-46D4-850B-952CD4A11DD6}" dt="2026-02-22T22:20:35.420" v="1372" actId="255"/>
          <ac:spMkLst>
            <pc:docMk/>
            <pc:sldMk cId="687519542" sldId="258"/>
            <ac:spMk id="2" creationId="{C4533996-440C-E1CB-D5D4-29F1BF419275}"/>
          </ac:spMkLst>
        </pc:spChg>
        <pc:spChg chg="add mod">
          <ac:chgData name="Joey Boehme" userId="503dd64f91170130" providerId="LiveId" clId="{7E648854-5106-46D4-850B-952CD4A11DD6}" dt="2026-02-22T22:27:06.618" v="1643" actId="1076"/>
          <ac:spMkLst>
            <pc:docMk/>
            <pc:sldMk cId="687519542" sldId="258"/>
            <ac:spMk id="4" creationId="{FB781FA6-8B34-DB14-608E-DB05D7BAE16B}"/>
          </ac:spMkLst>
        </pc:spChg>
        <pc:spChg chg="add mod">
          <ac:chgData name="Joey Boehme" userId="503dd64f91170130" providerId="LiveId" clId="{7E648854-5106-46D4-850B-952CD4A11DD6}" dt="2026-02-22T22:27:28.952" v="1647" actId="14100"/>
          <ac:spMkLst>
            <pc:docMk/>
            <pc:sldMk cId="687519542" sldId="258"/>
            <ac:spMk id="5" creationId="{F4B8AE28-6028-5ACE-8402-70BCDD48ED6E}"/>
          </ac:spMkLst>
        </pc:spChg>
        <pc:spChg chg="add mod">
          <ac:chgData name="Joey Boehme" userId="503dd64f91170130" providerId="LiveId" clId="{7E648854-5106-46D4-850B-952CD4A11DD6}" dt="2026-02-22T22:27:06.618" v="1643" actId="1076"/>
          <ac:spMkLst>
            <pc:docMk/>
            <pc:sldMk cId="687519542" sldId="258"/>
            <ac:spMk id="6" creationId="{DC7557AC-E7FC-373C-AE75-A68ACCE97393}"/>
          </ac:spMkLst>
        </pc:spChg>
        <pc:spChg chg="add mod">
          <ac:chgData name="Joey Boehme" userId="503dd64f91170130" providerId="LiveId" clId="{7E648854-5106-46D4-850B-952CD4A11DD6}" dt="2026-02-22T22:27:06.618" v="1643" actId="1076"/>
          <ac:spMkLst>
            <pc:docMk/>
            <pc:sldMk cId="687519542" sldId="258"/>
            <ac:spMk id="7" creationId="{BDD4F3FE-B25F-0D08-8620-7979BEA6054F}"/>
          </ac:spMkLst>
        </pc:spChg>
        <pc:spChg chg="add mod">
          <ac:chgData name="Joey Boehme" userId="503dd64f91170130" providerId="LiveId" clId="{7E648854-5106-46D4-850B-952CD4A11DD6}" dt="2026-02-22T22:27:06.618" v="1643" actId="1076"/>
          <ac:spMkLst>
            <pc:docMk/>
            <pc:sldMk cId="687519542" sldId="258"/>
            <ac:spMk id="8" creationId="{A32A6D3B-C64E-8A5F-A40B-0C49323E14A4}"/>
          </ac:spMkLst>
        </pc:spChg>
        <pc:spChg chg="add mod">
          <ac:chgData name="Joey Boehme" userId="503dd64f91170130" providerId="LiveId" clId="{7E648854-5106-46D4-850B-952CD4A11DD6}" dt="2026-02-22T22:27:06.618" v="1643" actId="1076"/>
          <ac:spMkLst>
            <pc:docMk/>
            <pc:sldMk cId="687519542" sldId="258"/>
            <ac:spMk id="9" creationId="{653FA626-A6FE-6425-4F29-CFCBD2D8218B}"/>
          </ac:spMkLst>
        </pc:spChg>
        <pc:spChg chg="add mod">
          <ac:chgData name="Joey Boehme" userId="503dd64f91170130" providerId="LiveId" clId="{7E648854-5106-46D4-850B-952CD4A11DD6}" dt="2026-02-22T22:30:51.565" v="1726" actId="122"/>
          <ac:spMkLst>
            <pc:docMk/>
            <pc:sldMk cId="687519542" sldId="258"/>
            <ac:spMk id="26" creationId="{47D880C7-65FC-F0B1-A29D-6F8A9C69E83C}"/>
          </ac:spMkLst>
        </pc:spChg>
        <pc:spChg chg="add mod">
          <ac:chgData name="Joey Boehme" userId="503dd64f91170130" providerId="LiveId" clId="{7E648854-5106-46D4-850B-952CD4A11DD6}" dt="2026-02-22T22:31:39.612" v="1759" actId="1076"/>
          <ac:spMkLst>
            <pc:docMk/>
            <pc:sldMk cId="687519542" sldId="258"/>
            <ac:spMk id="27" creationId="{0F3A8D7A-1E81-D83A-BA6F-D426DB41DF7B}"/>
          </ac:spMkLst>
        </pc:spChg>
        <pc:spChg chg="add mod">
          <ac:chgData name="Joey Boehme" userId="503dd64f91170130" providerId="LiveId" clId="{7E648854-5106-46D4-850B-952CD4A11DD6}" dt="2026-02-22T22:31:43.569" v="1760" actId="1076"/>
          <ac:spMkLst>
            <pc:docMk/>
            <pc:sldMk cId="687519542" sldId="258"/>
            <ac:spMk id="28" creationId="{24AA3EF3-7780-5770-8F9A-F8988552D227}"/>
          </ac:spMkLst>
        </pc:spChg>
        <pc:spChg chg="add mod">
          <ac:chgData name="Joey Boehme" userId="503dd64f91170130" providerId="LiveId" clId="{7E648854-5106-46D4-850B-952CD4A11DD6}" dt="2026-02-22T22:33:06.721" v="1802" actId="1076"/>
          <ac:spMkLst>
            <pc:docMk/>
            <pc:sldMk cId="687519542" sldId="258"/>
            <ac:spMk id="29" creationId="{F6188924-DC10-DBB9-3322-7F84B814F930}"/>
          </ac:spMkLst>
        </pc:spChg>
        <pc:spChg chg="add mod">
          <ac:chgData name="Joey Boehme" userId="503dd64f91170130" providerId="LiveId" clId="{7E648854-5106-46D4-850B-952CD4A11DD6}" dt="2026-02-22T22:34:10.512" v="1819" actId="1076"/>
          <ac:spMkLst>
            <pc:docMk/>
            <pc:sldMk cId="687519542" sldId="258"/>
            <ac:spMk id="30" creationId="{9284AAEB-D4FE-7B0B-4D0E-B5BE47B32596}"/>
          </ac:spMkLst>
        </pc:spChg>
        <pc:spChg chg="add mod">
          <ac:chgData name="Joey Boehme" userId="503dd64f91170130" providerId="LiveId" clId="{7E648854-5106-46D4-850B-952CD4A11DD6}" dt="2026-02-22T22:34:22.521" v="1833" actId="1076"/>
          <ac:spMkLst>
            <pc:docMk/>
            <pc:sldMk cId="687519542" sldId="258"/>
            <ac:spMk id="31" creationId="{B8E1F776-4E13-FE8F-9F11-23E12EFCBA4C}"/>
          </ac:spMkLst>
        </pc:spChg>
        <pc:graphicFrameChg chg="del">
          <ac:chgData name="Joey Boehme" userId="503dd64f91170130" providerId="LiveId" clId="{7E648854-5106-46D4-850B-952CD4A11DD6}" dt="2026-02-22T22:17:17.076" v="1337" actId="478"/>
          <ac:graphicFrameMkLst>
            <pc:docMk/>
            <pc:sldMk cId="687519542" sldId="258"/>
            <ac:graphicFrameMk id="3" creationId="{62CDBF49-7340-0BB5-4548-805DE984AAC2}"/>
          </ac:graphicFrameMkLst>
        </pc:graphicFrameChg>
        <pc:cxnChg chg="add mod">
          <ac:chgData name="Joey Boehme" userId="503dd64f91170130" providerId="LiveId" clId="{7E648854-5106-46D4-850B-952CD4A11DD6}" dt="2026-02-22T22:27:28.952" v="1647" actId="14100"/>
          <ac:cxnSpMkLst>
            <pc:docMk/>
            <pc:sldMk cId="687519542" sldId="258"/>
            <ac:cxnSpMk id="11" creationId="{D052F093-8D3C-FF45-0866-772B4641703E}"/>
          </ac:cxnSpMkLst>
        </pc:cxnChg>
        <pc:cxnChg chg="add mod">
          <ac:chgData name="Joey Boehme" userId="503dd64f91170130" providerId="LiveId" clId="{7E648854-5106-46D4-850B-952CD4A11DD6}" dt="2026-02-22T22:28:25.487" v="1662" actId="1076"/>
          <ac:cxnSpMkLst>
            <pc:docMk/>
            <pc:sldMk cId="687519542" sldId="258"/>
            <ac:cxnSpMk id="14" creationId="{AFC5E2B4-C6E9-F833-5E0E-61CCE2AAD4BB}"/>
          </ac:cxnSpMkLst>
        </pc:cxnChg>
        <pc:cxnChg chg="add mod">
          <ac:chgData name="Joey Boehme" userId="503dd64f91170130" providerId="LiveId" clId="{7E648854-5106-46D4-850B-952CD4A11DD6}" dt="2026-02-22T22:28:40.715" v="1665" actId="14100"/>
          <ac:cxnSpMkLst>
            <pc:docMk/>
            <pc:sldMk cId="687519542" sldId="258"/>
            <ac:cxnSpMk id="16" creationId="{B5FD469B-6E96-D62C-CDE4-905D96E5C536}"/>
          </ac:cxnSpMkLst>
        </pc:cxnChg>
        <pc:cxnChg chg="add mod">
          <ac:chgData name="Joey Boehme" userId="503dd64f91170130" providerId="LiveId" clId="{7E648854-5106-46D4-850B-952CD4A11DD6}" dt="2026-02-22T22:28:07.862" v="1658" actId="14100"/>
          <ac:cxnSpMkLst>
            <pc:docMk/>
            <pc:sldMk cId="687519542" sldId="258"/>
            <ac:cxnSpMk id="17" creationId="{B5F46895-F9AA-3D9C-1247-462BE671301C}"/>
          </ac:cxnSpMkLst>
        </pc:cxnChg>
        <pc:cxnChg chg="add mod">
          <ac:chgData name="Joey Boehme" userId="503dd64f91170130" providerId="LiveId" clId="{7E648854-5106-46D4-850B-952CD4A11DD6}" dt="2026-02-22T22:28:02.524" v="1656" actId="14100"/>
          <ac:cxnSpMkLst>
            <pc:docMk/>
            <pc:sldMk cId="687519542" sldId="258"/>
            <ac:cxnSpMk id="18" creationId="{51713D6B-32B8-63F5-5096-60208BB80AE8}"/>
          </ac:cxnSpMkLst>
        </pc:cxnChg>
        <pc:cxnChg chg="add mod">
          <ac:chgData name="Joey Boehme" userId="503dd64f91170130" providerId="LiveId" clId="{7E648854-5106-46D4-850B-952CD4A11DD6}" dt="2026-02-22T22:28:21.957" v="1661" actId="1076"/>
          <ac:cxnSpMkLst>
            <pc:docMk/>
            <pc:sldMk cId="687519542" sldId="258"/>
            <ac:cxnSpMk id="23" creationId="{75C461B0-E9C1-DB23-1AE0-86FC1462BBDB}"/>
          </ac:cxnSpMkLst>
        </pc:cxnChg>
      </pc:sldChg>
      <pc:sldMasterChg chg="setBg modSldLayout">
        <pc:chgData name="Joey Boehme" userId="503dd64f91170130" providerId="LiveId" clId="{7E648854-5106-46D4-850B-952CD4A11DD6}" dt="2026-02-22T21:44:13.059" v="24"/>
        <pc:sldMasterMkLst>
          <pc:docMk/>
          <pc:sldMasterMk cId="4241455259" sldId="2147483672"/>
        </pc:sldMasterMkLst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478426917" sldId="2147483673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1936274167" sldId="2147483674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1173278428" sldId="2147483675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640937827" sldId="2147483676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3998256319" sldId="2147483677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3339285540" sldId="2147483678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3922055325" sldId="2147483679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1217208422" sldId="2147483680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360483518" sldId="2147483681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3210954957" sldId="2147483682"/>
          </pc:sldLayoutMkLst>
        </pc:sldLayoutChg>
        <pc:sldLayoutChg chg="setBg">
          <pc:chgData name="Joey Boehme" userId="503dd64f91170130" providerId="LiveId" clId="{7E648854-5106-46D4-850B-952CD4A11DD6}" dt="2026-02-22T21:44:13.059" v="24"/>
          <pc:sldLayoutMkLst>
            <pc:docMk/>
            <pc:sldMasterMk cId="4241455259" sldId="2147483672"/>
            <pc:sldLayoutMk cId="1753438928" sldId="2147483683"/>
          </pc:sldLayoutMkLst>
        </pc:sldLayoutChg>
      </pc:sldMasterChg>
    </pc:docChg>
  </pc:docChgLst>
  <pc:docChgLst>
    <pc:chgData name="Joey Boehme" userId="503dd64f91170130" providerId="LiveId" clId="{6B1B1D35-36C5-46BF-A181-2157B9D9B209}"/>
    <pc:docChg chg="custSel modSld">
      <pc:chgData name="Joey Boehme" userId="503dd64f91170130" providerId="LiveId" clId="{6B1B1D35-36C5-46BF-A181-2157B9D9B209}" dt="2026-02-23T19:29:13.058" v="84" actId="27636"/>
      <pc:docMkLst>
        <pc:docMk/>
      </pc:docMkLst>
      <pc:sldChg chg="modSp mod">
        <pc:chgData name="Joey Boehme" userId="503dd64f91170130" providerId="LiveId" clId="{6B1B1D35-36C5-46BF-A181-2157B9D9B209}" dt="2026-02-23T19:29:13.058" v="84" actId="27636"/>
        <pc:sldMkLst>
          <pc:docMk/>
          <pc:sldMk cId="1794715882" sldId="256"/>
        </pc:sldMkLst>
        <pc:spChg chg="mod">
          <ac:chgData name="Joey Boehme" userId="503dd64f91170130" providerId="LiveId" clId="{6B1B1D35-36C5-46BF-A181-2157B9D9B209}" dt="2026-02-23T19:29:13.058" v="84" actId="27636"/>
          <ac:spMkLst>
            <pc:docMk/>
            <pc:sldMk cId="1794715882" sldId="256"/>
            <ac:spMk id="3" creationId="{D70F45E0-B7DE-3B56-BF95-630B63DEAB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26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7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7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37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56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8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5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0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54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3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9000">
              <a:schemeClr val="bg1"/>
            </a:gs>
            <a:gs pos="14000">
              <a:srgbClr val="8A00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51513-BC44-45AF-82B0-1002500E3E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213E1-664E-40C5-8058-F4F401EF3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5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8EFE-1F30-E602-2A9A-797AC5A99F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CMSC 480 Group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F45E0-B7DE-3B56-BF95-630B63DEA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61084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Bloomsburg Bus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Table &amp; Diagram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Micah Root, Ethan Wight, Matthew Weber, Jack Norfolk, Joseph Boehme</a:t>
            </a:r>
          </a:p>
        </p:txBody>
      </p:sp>
    </p:spTree>
    <p:extLst>
      <p:ext uri="{BB962C8B-B14F-4D97-AF65-F5344CB8AC3E}">
        <p14:creationId xmlns:p14="http://schemas.microsoft.com/office/powerpoint/2010/main" val="1794715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FD09-8F13-70E0-5FDF-3056D7B9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839"/>
            <a:ext cx="10515600" cy="77641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9C4ED5-A60C-29F9-9C5D-E8F1D09B9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50096"/>
              </p:ext>
            </p:extLst>
          </p:nvPr>
        </p:nvGraphicFramePr>
        <p:xfrm>
          <a:off x="544689" y="1365055"/>
          <a:ext cx="11102622" cy="4833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530">
                  <a:extLst>
                    <a:ext uri="{9D8B030D-6E8A-4147-A177-3AD203B41FA5}">
                      <a16:colId xmlns:a16="http://schemas.microsoft.com/office/drawing/2014/main" val="280587145"/>
                    </a:ext>
                  </a:extLst>
                </a:gridCol>
                <a:gridCol w="1959293">
                  <a:extLst>
                    <a:ext uri="{9D8B030D-6E8A-4147-A177-3AD203B41FA5}">
                      <a16:colId xmlns:a16="http://schemas.microsoft.com/office/drawing/2014/main" val="2303100832"/>
                    </a:ext>
                  </a:extLst>
                </a:gridCol>
                <a:gridCol w="2519630">
                  <a:extLst>
                    <a:ext uri="{9D8B030D-6E8A-4147-A177-3AD203B41FA5}">
                      <a16:colId xmlns:a16="http://schemas.microsoft.com/office/drawing/2014/main" val="1187923225"/>
                    </a:ext>
                  </a:extLst>
                </a:gridCol>
                <a:gridCol w="2590426">
                  <a:extLst>
                    <a:ext uri="{9D8B030D-6E8A-4147-A177-3AD203B41FA5}">
                      <a16:colId xmlns:a16="http://schemas.microsoft.com/office/drawing/2014/main" val="1037804252"/>
                    </a:ext>
                  </a:extLst>
                </a:gridCol>
                <a:gridCol w="1544130">
                  <a:extLst>
                    <a:ext uri="{9D8B030D-6E8A-4147-A177-3AD203B41FA5}">
                      <a16:colId xmlns:a16="http://schemas.microsoft.com/office/drawing/2014/main" val="2621721976"/>
                    </a:ext>
                  </a:extLst>
                </a:gridCol>
                <a:gridCol w="1550613">
                  <a:extLst>
                    <a:ext uri="{9D8B030D-6E8A-4147-A177-3AD203B41FA5}">
                      <a16:colId xmlns:a16="http://schemas.microsoft.com/office/drawing/2014/main" val="2591224154"/>
                    </a:ext>
                  </a:extLst>
                </a:gridCol>
              </a:tblGrid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 ID</a:t>
                      </a:r>
                    </a:p>
                  </a:txBody>
                  <a:tcPr>
                    <a:solidFill>
                      <a:srgbClr val="FFD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>
                    <a:solidFill>
                      <a:srgbClr val="FFD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</a:t>
                      </a:r>
                    </a:p>
                  </a:txBody>
                  <a:tcPr>
                    <a:solidFill>
                      <a:srgbClr val="FFD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FFD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Trigger</a:t>
                      </a:r>
                    </a:p>
                  </a:txBody>
                  <a:tcPr>
                    <a:solidFill>
                      <a:srgbClr val="FFD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</a:t>
                      </a:r>
                    </a:p>
                  </a:txBody>
                  <a:tcPr>
                    <a:solidFill>
                      <a:srgbClr val="FFD2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654470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Route/Bus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Click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 / UI 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272990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( /routes)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 Route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 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721738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( /routes)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572632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Render Route Dropdown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Received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 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615547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( /buses? route={id})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 Buses for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 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797626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( /buses)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 List &amp;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486187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Plot Buses on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Received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 Markers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67153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WebSocket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WebSocket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Bus Coords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737403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WebSocket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 Bus 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DOM/map 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645479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Login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( /auth/login)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 Submit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 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783990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Bus/Route/User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SQL/NoSQL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261318"/>
                  </a:ext>
                </a:extLst>
              </a:tr>
              <a:tr h="3545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314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21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95D85-B2DF-FA8D-DB11-7867B0AB2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3996-440C-E1CB-D5D4-29F1BF41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839"/>
            <a:ext cx="10515600" cy="77641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(DFD – Level 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781FA6-8B34-DB14-608E-DB05D7BAE16B}"/>
              </a:ext>
            </a:extLst>
          </p:cNvPr>
          <p:cNvSpPr/>
          <p:nvPr/>
        </p:nvSpPr>
        <p:spPr>
          <a:xfrm>
            <a:off x="1152525" y="2035141"/>
            <a:ext cx="2495550" cy="776419"/>
          </a:xfrm>
          <a:prstGeom prst="rect">
            <a:avLst/>
          </a:prstGeom>
          <a:solidFill>
            <a:srgbClr val="FFD24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UI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(Map, Routes, Login)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8AE28-6028-5ACE-8402-70BCDD48ED6E}"/>
              </a:ext>
            </a:extLst>
          </p:cNvPr>
          <p:cNvSpPr/>
          <p:nvPr/>
        </p:nvSpPr>
        <p:spPr>
          <a:xfrm>
            <a:off x="4848225" y="2035142"/>
            <a:ext cx="2495550" cy="776419"/>
          </a:xfrm>
          <a:prstGeom prst="rect">
            <a:avLst/>
          </a:prstGeom>
          <a:solidFill>
            <a:srgbClr val="FFD24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Controller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(Management, API Services)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557AC-E7FC-373C-AE75-A68ACCE97393}"/>
              </a:ext>
            </a:extLst>
          </p:cNvPr>
          <p:cNvSpPr/>
          <p:nvPr/>
        </p:nvSpPr>
        <p:spPr>
          <a:xfrm>
            <a:off x="8543925" y="2035141"/>
            <a:ext cx="2495550" cy="776419"/>
          </a:xfrm>
          <a:prstGeom prst="rect">
            <a:avLst/>
          </a:prstGeom>
          <a:solidFill>
            <a:srgbClr val="FFD24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UI Component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(Leaflet, Mapbox, Google)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4F3FE-B25F-0D08-8620-7979BEA6054F}"/>
              </a:ext>
            </a:extLst>
          </p:cNvPr>
          <p:cNvSpPr/>
          <p:nvPr/>
        </p:nvSpPr>
        <p:spPr>
          <a:xfrm>
            <a:off x="8543925" y="3997000"/>
            <a:ext cx="2495550" cy="776419"/>
          </a:xfrm>
          <a:prstGeom prst="rect">
            <a:avLst/>
          </a:prstGeom>
          <a:solidFill>
            <a:srgbClr val="FFD24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 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2A6D3B-C64E-8A5F-A40B-0C49323E14A4}"/>
              </a:ext>
            </a:extLst>
          </p:cNvPr>
          <p:cNvSpPr/>
          <p:nvPr/>
        </p:nvSpPr>
        <p:spPr>
          <a:xfrm>
            <a:off x="4848225" y="3997000"/>
            <a:ext cx="2495550" cy="776419"/>
          </a:xfrm>
          <a:prstGeom prst="rect">
            <a:avLst/>
          </a:prstGeom>
          <a:solidFill>
            <a:srgbClr val="FFD24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Layer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(Routes, Buses, Authentication)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3FA626-A6FE-6425-4F29-CFCBD2D8218B}"/>
              </a:ext>
            </a:extLst>
          </p:cNvPr>
          <p:cNvSpPr/>
          <p:nvPr/>
        </p:nvSpPr>
        <p:spPr>
          <a:xfrm>
            <a:off x="1152525" y="3996999"/>
            <a:ext cx="2495550" cy="776419"/>
          </a:xfrm>
          <a:prstGeom prst="rect">
            <a:avLst/>
          </a:prstGeom>
          <a:solidFill>
            <a:srgbClr val="FFD24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(Bus, Route, User)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52F093-8D3C-FF45-0866-772B4641703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648075" y="2423351"/>
            <a:ext cx="12001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C5E2B4-C6E9-F833-5E0E-61CCE2AAD4BB}"/>
              </a:ext>
            </a:extLst>
          </p:cNvPr>
          <p:cNvCxnSpPr>
            <a:cxnSpLocks/>
          </p:cNvCxnSpPr>
          <p:nvPr/>
        </p:nvCxnSpPr>
        <p:spPr>
          <a:xfrm flipV="1">
            <a:off x="7343775" y="2314970"/>
            <a:ext cx="12001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FD469B-6E96-D62C-CDE4-905D96E5C536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9791700" y="2811560"/>
            <a:ext cx="0" cy="1185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F46895-F9AA-3D9C-1247-462BE671301C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>
            <a:off x="7343775" y="4385210"/>
            <a:ext cx="1200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713D6B-32B8-63F5-5096-60208BB80AE8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 flipV="1">
            <a:off x="3648075" y="4385209"/>
            <a:ext cx="12001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C461B0-E9C1-DB23-1AE0-86FC1462BBDB}"/>
              </a:ext>
            </a:extLst>
          </p:cNvPr>
          <p:cNvCxnSpPr/>
          <p:nvPr/>
        </p:nvCxnSpPr>
        <p:spPr>
          <a:xfrm flipV="1">
            <a:off x="7343775" y="2594801"/>
            <a:ext cx="12001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7D880C7-65FC-F0B1-A29D-6F8A9C69E83C}"/>
              </a:ext>
            </a:extLst>
          </p:cNvPr>
          <p:cNvSpPr txBox="1"/>
          <p:nvPr/>
        </p:nvSpPr>
        <p:spPr>
          <a:xfrm>
            <a:off x="3672511" y="2176470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001: User Input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3A8D7A-1E81-D83A-BA6F-D426DB41DF7B}"/>
              </a:ext>
            </a:extLst>
          </p:cNvPr>
          <p:cNvSpPr txBox="1"/>
          <p:nvPr/>
        </p:nvSpPr>
        <p:spPr>
          <a:xfrm>
            <a:off x="7278668" y="1873020"/>
            <a:ext cx="1330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002/005: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Requests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AA3EF3-7780-5770-8F9A-F8988552D227}"/>
              </a:ext>
            </a:extLst>
          </p:cNvPr>
          <p:cNvSpPr txBox="1"/>
          <p:nvPr/>
        </p:nvSpPr>
        <p:spPr>
          <a:xfrm>
            <a:off x="7438744" y="2580727"/>
            <a:ext cx="1010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007/009: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Updates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188924-DC10-DBB9-3322-7F84B814F930}"/>
              </a:ext>
            </a:extLst>
          </p:cNvPr>
          <p:cNvSpPr txBox="1"/>
          <p:nvPr/>
        </p:nvSpPr>
        <p:spPr>
          <a:xfrm>
            <a:off x="9791700" y="3173447"/>
            <a:ext cx="1193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008: WebSocket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84AAEB-D4FE-7B0B-4D0E-B5BE47B32596}"/>
              </a:ext>
            </a:extLst>
          </p:cNvPr>
          <p:cNvSpPr txBox="1"/>
          <p:nvPr/>
        </p:nvSpPr>
        <p:spPr>
          <a:xfrm>
            <a:off x="3869770" y="3912489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E1F776-4E13-FE8F-9F11-23E12EFCBA4C}"/>
              </a:ext>
            </a:extLst>
          </p:cNvPr>
          <p:cNvSpPr txBox="1"/>
          <p:nvPr/>
        </p:nvSpPr>
        <p:spPr>
          <a:xfrm>
            <a:off x="7601897" y="4071047"/>
            <a:ext cx="683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011/012</a:t>
            </a:r>
          </a:p>
        </p:txBody>
      </p:sp>
    </p:spTree>
    <p:extLst>
      <p:ext uri="{BB962C8B-B14F-4D97-AF65-F5344CB8AC3E}">
        <p14:creationId xmlns:p14="http://schemas.microsoft.com/office/powerpoint/2010/main" val="68751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279</Words>
  <Application>Microsoft Office PowerPoint</Application>
  <PresentationFormat>Widescreen</PresentationFormat>
  <Paragraphs>105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CMSC 480 Group 2</vt:lpstr>
      <vt:lpstr>Data Flow Table</vt:lpstr>
      <vt:lpstr>Data Flow Diagram (DFD – Level 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 Boehme</dc:creator>
  <cp:lastModifiedBy>Joey Boehme</cp:lastModifiedBy>
  <cp:revision>1</cp:revision>
  <dcterms:created xsi:type="dcterms:W3CDTF">2026-02-22T21:16:55Z</dcterms:created>
  <dcterms:modified xsi:type="dcterms:W3CDTF">2026-02-23T19:29:21Z</dcterms:modified>
</cp:coreProperties>
</file>